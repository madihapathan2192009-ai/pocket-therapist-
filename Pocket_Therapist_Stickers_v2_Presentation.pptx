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Pocket Therapist 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Tapasya Degree College for Women</a:t>
            </a:r>
          </a:p>
          <a:p>
            <a:r>
              <a:rPr sz="1800">
                <a:solidFill>
                  <a:srgbClr val="505050"/>
                </a:solidFill>
              </a:rPr>
              <a:t>BCom [CA] 2nd Year</a:t>
            </a:r>
          </a:p>
        </p:txBody>
      </p:sp>
      <p:sp>
        <p:nvSpPr>
          <p:cNvPr id="4" name="Cloud 3"/>
          <p:cNvSpPr/>
          <p:nvPr/>
        </p:nvSpPr>
        <p:spPr>
          <a:xfrm>
            <a:off x="6400800" y="457200"/>
            <a:ext cx="914400" cy="9144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E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Meet My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Iqra Fatima</a:t>
            </a:r>
          </a:p>
          <a:p>
            <a:r>
              <a:rPr sz="1800">
                <a:solidFill>
                  <a:srgbClr val="505050"/>
                </a:solidFill>
              </a:rPr>
              <a:t>Hatval Thrisha</a:t>
            </a:r>
          </a:p>
          <a:p>
            <a:r>
              <a:rPr sz="1800">
                <a:solidFill>
                  <a:srgbClr val="505050"/>
                </a:solidFill>
              </a:rPr>
              <a:t>Naziya Fatima</a:t>
            </a:r>
          </a:p>
          <a:p>
            <a:r>
              <a:rPr sz="1800">
                <a:solidFill>
                  <a:srgbClr val="505050"/>
                </a:solidFill>
              </a:rPr>
              <a:t>Ayesha Sultana</a:t>
            </a:r>
          </a:p>
        </p:txBody>
      </p:sp>
      <p:sp>
        <p:nvSpPr>
          <p:cNvPr id="4" name="Smiley Face 3"/>
          <p:cNvSpPr/>
          <p:nvPr/>
        </p:nvSpPr>
        <p:spPr>
          <a:xfrm>
            <a:off x="6400800" y="457200"/>
            <a:ext cx="914400" cy="914400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1F7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Problems Today's Gen Z Teens Are Facing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- Overthinking</a:t>
            </a:r>
          </a:p>
          <a:p>
            <a:r>
              <a:rPr sz="1800">
                <a:solidFill>
                  <a:srgbClr val="505050"/>
                </a:solidFill>
              </a:rPr>
              <a:t>- Self-doubt</a:t>
            </a:r>
          </a:p>
          <a:p>
            <a:r>
              <a:rPr sz="1800">
                <a:solidFill>
                  <a:srgbClr val="505050"/>
                </a:solidFill>
              </a:rPr>
              <a:t>- Laziness &amp; lack of motivation</a:t>
            </a:r>
          </a:p>
          <a:p>
            <a:r>
              <a:rPr sz="1800">
                <a:solidFill>
                  <a:srgbClr val="505050"/>
                </a:solidFill>
              </a:rPr>
              <a:t>- Spacing out</a:t>
            </a:r>
          </a:p>
          <a:p>
            <a:r>
              <a:rPr sz="1800">
                <a:solidFill>
                  <a:srgbClr val="505050"/>
                </a:solidFill>
              </a:rPr>
              <a:t>- Living in imagination more than reality</a:t>
            </a:r>
          </a:p>
          <a:p>
            <a:r>
              <a:rPr sz="1800">
                <a:solidFill>
                  <a:srgbClr val="505050"/>
                </a:solidFill>
              </a:rPr>
              <a:t>- Anxiety &amp; emotional stress</a:t>
            </a:r>
          </a:p>
          <a:p>
            <a:r>
              <a:rPr sz="1800">
                <a:solidFill>
                  <a:srgbClr val="505050"/>
                </a:solidFill>
              </a:rPr>
              <a:t>- Fake scenarios</a:t>
            </a:r>
          </a:p>
        </p:txBody>
      </p:sp>
      <p:sp>
        <p:nvSpPr>
          <p:cNvPr id="4" name="Lightning Bolt 3"/>
          <p:cNvSpPr/>
          <p:nvPr/>
        </p:nvSpPr>
        <p:spPr>
          <a:xfrm>
            <a:off x="6400800" y="457200"/>
            <a:ext cx="914400" cy="914400"/>
          </a:xfrm>
          <a:prstGeom prst="lightningBol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Introducing Pocket Therapist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App Logo: NITA</a:t>
            </a:r>
          </a:p>
          <a:p>
            <a:r>
              <a:rPr sz="1800">
                <a:solidFill>
                  <a:srgbClr val="505050"/>
                </a:solidFill>
              </a:rPr>
              <a:t>A personalized mental wellness companion 🌸💜</a:t>
            </a:r>
          </a:p>
        </p:txBody>
      </p:sp>
      <p:sp>
        <p:nvSpPr>
          <p:cNvPr id="4" name="Heart 3"/>
          <p:cNvSpPr/>
          <p:nvPr/>
        </p:nvSpPr>
        <p:spPr>
          <a:xfrm>
            <a:off x="6400800" y="457200"/>
            <a:ext cx="914400" cy="914400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7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- Daily Mood Check-In 😊</a:t>
            </a:r>
          </a:p>
          <a:p>
            <a:r>
              <a:rPr sz="1800">
                <a:solidFill>
                  <a:srgbClr val="505050"/>
                </a:solidFill>
              </a:rPr>
              <a:t>- Thought Dump Journal 📝</a:t>
            </a:r>
          </a:p>
          <a:p>
            <a:r>
              <a:rPr sz="1800">
                <a:solidFill>
                  <a:srgbClr val="505050"/>
                </a:solidFill>
              </a:rPr>
              <a:t>- Overthinking Reset 🌪</a:t>
            </a:r>
          </a:p>
          <a:p>
            <a:r>
              <a:rPr sz="1800">
                <a:solidFill>
                  <a:srgbClr val="505050"/>
                </a:solidFill>
              </a:rPr>
              <a:t>- Calm Breathing &amp; Audio 🌬🎧</a:t>
            </a:r>
          </a:p>
          <a:p>
            <a:r>
              <a:rPr sz="1800">
                <a:solidFill>
                  <a:srgbClr val="505050"/>
                </a:solidFill>
              </a:rPr>
              <a:t>- Tiny Task Motivation 💪✨</a:t>
            </a:r>
          </a:p>
          <a:p>
            <a:r>
              <a:rPr sz="1800">
                <a:solidFill>
                  <a:srgbClr val="505050"/>
                </a:solidFill>
              </a:rPr>
              <a:t>- Safe Emotional Chat 💬</a:t>
            </a:r>
          </a:p>
          <a:p>
            <a:r>
              <a:rPr sz="1800">
                <a:solidFill>
                  <a:srgbClr val="505050"/>
                </a:solidFill>
              </a:rPr>
              <a:t>- Confidence Builder 💖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6400800" y="457200"/>
            <a:ext cx="914400" cy="9144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Morning: Mood check-in → Affirmation → Tiny task</a:t>
            </a:r>
          </a:p>
          <a:p>
            <a:r>
              <a:rPr sz="1800">
                <a:solidFill>
                  <a:srgbClr val="505050"/>
                </a:solidFill>
              </a:rPr>
              <a:t>Afternoon: Overthinking Reset → Breathing → Audio support</a:t>
            </a:r>
          </a:p>
          <a:p>
            <a:r>
              <a:rPr sz="1800">
                <a:solidFill>
                  <a:srgbClr val="505050"/>
                </a:solidFill>
              </a:rPr>
              <a:t>Night: Thought Dump → Review → Mood insights</a:t>
            </a:r>
          </a:p>
        </p:txBody>
      </p:sp>
      <p:sp>
        <p:nvSpPr>
          <p:cNvPr id="4" name="Sun 3"/>
          <p:cNvSpPr/>
          <p:nvPr/>
        </p:nvSpPr>
        <p:spPr>
          <a:xfrm>
            <a:off x="6400800" y="457200"/>
            <a:ext cx="914400" cy="914400"/>
          </a:xfrm>
          <a:prstGeom prst="su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- Mood tracker with emoji stickers</a:t>
            </a:r>
          </a:p>
          <a:p>
            <a:r>
              <a:rPr sz="1800">
                <a:solidFill>
                  <a:srgbClr val="505050"/>
                </a:solidFill>
              </a:rPr>
              <a:t>- Journaling &amp; reality checks</a:t>
            </a:r>
          </a:p>
          <a:p>
            <a:r>
              <a:rPr sz="1800">
                <a:solidFill>
                  <a:srgbClr val="505050"/>
                </a:solidFill>
              </a:rPr>
              <a:t>- 5-4-3-2-1 grounding exercises</a:t>
            </a:r>
          </a:p>
          <a:p>
            <a:r>
              <a:rPr sz="1800">
                <a:solidFill>
                  <a:srgbClr val="505050"/>
                </a:solidFill>
              </a:rPr>
              <a:t>- Calming audio support</a:t>
            </a:r>
          </a:p>
          <a:p>
            <a:r>
              <a:rPr sz="1800">
                <a:solidFill>
                  <a:srgbClr val="505050"/>
                </a:solidFill>
              </a:rPr>
              <a:t>- Tiny task motivation &amp; confidence boosters</a:t>
            </a:r>
          </a:p>
        </p:txBody>
      </p:sp>
      <p:sp>
        <p:nvSpPr>
          <p:cNvPr id="4" name="Smiley Face 3"/>
          <p:cNvSpPr/>
          <p:nvPr/>
        </p:nvSpPr>
        <p:spPr>
          <a:xfrm>
            <a:off x="6400800" y="457200"/>
            <a:ext cx="914400" cy="914400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E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Calming Up Previews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Interactive UI with pastel gradients, cute mascots, mood stickers, and friendly pop-ups</a:t>
            </a:r>
          </a:p>
        </p:txBody>
      </p:sp>
      <p:sp>
        <p:nvSpPr>
          <p:cNvPr id="4" name="Cloud 3"/>
          <p:cNvSpPr/>
          <p:nvPr/>
        </p:nvSpPr>
        <p:spPr>
          <a:xfrm>
            <a:off x="6400800" y="457200"/>
            <a:ext cx="914400" cy="9144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1F7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Why Gen Z Loves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- Fun and safe space</a:t>
            </a:r>
          </a:p>
          <a:p>
            <a:r>
              <a:rPr sz="1800">
                <a:solidFill>
                  <a:srgbClr val="505050"/>
                </a:solidFill>
              </a:rPr>
              <a:t>- Non-judgmental AI support</a:t>
            </a:r>
          </a:p>
          <a:p>
            <a:r>
              <a:rPr sz="1800">
                <a:solidFill>
                  <a:srgbClr val="505050"/>
                </a:solidFill>
              </a:rPr>
              <a:t>- Customizable reminders and streaks</a:t>
            </a:r>
          </a:p>
          <a:p>
            <a:r>
              <a:rPr sz="1800">
                <a:solidFill>
                  <a:srgbClr val="505050"/>
                </a:solidFill>
              </a:rPr>
              <a:t>- Cute visuals and mascots</a:t>
            </a:r>
          </a:p>
          <a:p>
            <a:r>
              <a:rPr sz="1800">
                <a:solidFill>
                  <a:srgbClr val="505050"/>
                </a:solidFill>
              </a:rPr>
              <a:t>- Accessible anytime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6400800" y="457200"/>
            <a:ext cx="914400" cy="9144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- Reduce stress &amp; anxiety</a:t>
            </a:r>
          </a:p>
          <a:p>
            <a:r>
              <a:rPr sz="1800">
                <a:solidFill>
                  <a:srgbClr val="505050"/>
                </a:solidFill>
              </a:rPr>
              <a:t>- Build confidence</a:t>
            </a:r>
          </a:p>
          <a:p>
            <a:r>
              <a:rPr sz="1800">
                <a:solidFill>
                  <a:srgbClr val="505050"/>
                </a:solidFill>
              </a:rPr>
              <a:t>- Improve emotional awareness</a:t>
            </a:r>
          </a:p>
          <a:p>
            <a:r>
              <a:rPr sz="1800">
                <a:solidFill>
                  <a:srgbClr val="505050"/>
                </a:solidFill>
              </a:rPr>
              <a:t>- Develop healthy habits</a:t>
            </a:r>
          </a:p>
          <a:p>
            <a:r>
              <a:rPr sz="1800">
                <a:solidFill>
                  <a:srgbClr val="505050"/>
                </a:solidFill>
              </a:rPr>
              <a:t>- Track mood patterns</a:t>
            </a:r>
          </a:p>
        </p:txBody>
      </p:sp>
      <p:sp>
        <p:nvSpPr>
          <p:cNvPr id="4" name="Bent Arrow 3"/>
          <p:cNvSpPr/>
          <p:nvPr/>
        </p:nvSpPr>
        <p:spPr>
          <a:xfrm>
            <a:off x="6400800" y="457200"/>
            <a:ext cx="914400" cy="91440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7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Thank You 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505050"/>
                </a:solidFill>
              </a:rPr>
              <a:t>For exploring Pocket Therapist!</a:t>
            </a:r>
          </a:p>
          <a:p>
            <a:r>
              <a:rPr sz="1800">
                <a:solidFill>
                  <a:srgbClr val="505050"/>
                </a:solidFill>
              </a:rPr>
              <a:t>Team: Iqra Fatima, Hatval Thrisha, Naziya Fatima, Ayesha Sultana</a:t>
            </a:r>
          </a:p>
          <a:p>
            <a:r>
              <a:rPr sz="1800">
                <a:solidFill>
                  <a:srgbClr val="505050"/>
                </a:solidFill>
              </a:rPr>
              <a:t>College: Tapasya Degree College for Women</a:t>
            </a:r>
          </a:p>
        </p:txBody>
      </p:sp>
      <p:sp>
        <p:nvSpPr>
          <p:cNvPr id="4" name="Heart 3"/>
          <p:cNvSpPr/>
          <p:nvPr/>
        </p:nvSpPr>
        <p:spPr>
          <a:xfrm>
            <a:off x="6400800" y="457200"/>
            <a:ext cx="914400" cy="914400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